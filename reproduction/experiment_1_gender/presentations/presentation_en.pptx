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audio/wav"/>
  <Override PartName="/ppt/media/media2.wav" ContentType="audio/wav"/>
  <Override PartName="/ppt/media/media3.wav" ContentType="audio/wav"/>
  <Override PartName="/ppt/media/media4.wav" ContentType="audio/wav"/>
  <Override PartName="/ppt/media/media5.wav" ContentType="audio/wav"/>
  <Override PartName="/ppt/media/media6.wav" ContentType="audio/wav"/>
  <Override PartName="/ppt/media/media7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wav"/><Relationship Id="rId3" Type="http://schemas.openxmlformats.org/officeDocument/2006/relationships/video" Target="../media/media1.wav"/><Relationship Id="rId4" Type="http://schemas.openxmlformats.org/officeDocument/2006/relationships/image" Target="../media/image2.png"/><Relationship Id="rId5" Type="http://schemas.microsoft.com/office/2007/relationships/media" Target="../media/media2.wav"/><Relationship Id="rId6" Type="http://schemas.openxmlformats.org/officeDocument/2006/relationships/video" Target="../media/media2.wav"/><Relationship Id="rId7" Type="http://schemas.microsoft.com/office/2007/relationships/media" Target="../media/media3.wav"/><Relationship Id="rId8" Type="http://schemas.openxmlformats.org/officeDocument/2006/relationships/video" Target="../media/media3.wav"/><Relationship Id="rId9" Type="http://schemas.microsoft.com/office/2007/relationships/media" Target="../media/media4.wav"/><Relationship Id="rId10" Type="http://schemas.openxmlformats.org/officeDocument/2006/relationships/video" Target="../media/media4.wav"/><Relationship Id="rId11" Type="http://schemas.microsoft.com/office/2007/relationships/media" Target="../media/media5.wav"/><Relationship Id="rId12" Type="http://schemas.openxmlformats.org/officeDocument/2006/relationships/video" Target="../media/media5.wav"/><Relationship Id="rId13" Type="http://schemas.microsoft.com/office/2007/relationships/media" Target="../media/media6.wav"/><Relationship Id="rId14" Type="http://schemas.openxmlformats.org/officeDocument/2006/relationships/video" Target="../media/media6.wav"/><Relationship Id="rId15" Type="http://schemas.microsoft.com/office/2007/relationships/media" Target="../media/media7.wav"/><Relationship Id="rId16" Type="http://schemas.openxmlformats.org/officeDocument/2006/relationships/video" Target="../media/media7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Reproducing the Behavioral Trends of a Selective Auditory Attention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Reproduction target: Griffith, Hess &amp; McDermott (2026), Nature Human Behaviour</a:t>
            </a:r>
          </a:p>
          <a:p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"Optimized feature gains explain and predict human selective listening"</a:t>
            </a:r>
          </a:p>
          <a:p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Presenter: [Your name]      Date: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 of This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This talk reports whether the authors' pretrained model (Griffith et al., 2026) can reproduce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the behavioral trend of Fig 2b on a Common Voice evaluation set that I built myself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Two questions this talk answers: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① Can the model actually recognize the target talker's middle word within a mixture?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② Do the accuracy trends (vs SNR, and same- vs different-sex masker) match the paper's direction?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• Scope: no retraining — the authors' parameters are used as-is; we assess the trend direction, not exact values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Why succeeding matters: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Shows the authors' model generalizes to an unseen corpus (Common Voice) — evidence of robustness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Confirms my evaluation pipeline works — a foundation for future extensions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Independently reproduces the paper's key behavioral findings — adds replication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Research Background and Reproduction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Paper: a neural network with a 'feature-gain' attention mechanism that models human 'cocktail-party' listening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Input a cue (a clip of the target talker) and a target+masker mixture → report the target's middle word in the mixture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Guided by the cue, it amplifies features matching the target's timbre and suppresses the rest, separating the target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Fig 2 shows, via behavioral curves, what governs success/failure (higher SNR → higher accuracy; different-sex maskers separate more easily)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My reproduction goal: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① Validate the model: confirm the authors' pretrained model recognizes the middle word on my evaluation audio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② Reproduce the Fig 2b trend: accuracy vs SNR under same- / different-sex maskers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C0392B"/>
                </a:solidFill>
                <a:latin typeface="Arial"/>
                <a:ea typeface="Arial"/>
                <a:cs typeface="Arial"/>
              </a:rPr>
              <a:t>– Criterion: success = the trend direction matches the paper; exact numbers are not expected (different corpus / talkers)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 (suppl.) How My Method Compares to the Authors' — What I Did, and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Same as the authors (used directly):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The model and pretrained parameters / task definition (cue + mixture → middle word) / evaluation framework (SNR, same/different sex) / scoring rule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Different from the authors = work I did myself: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C0392B"/>
                </a:solidFill>
                <a:latin typeface="Arial"/>
                <a:ea typeface="Arial"/>
                <a:cs typeface="Arial"/>
              </a:rPr>
              <a:t>– The authors' input data (training / evaluation stimuli) is not public → I had to build the evaluation set from scratch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① Selected talkers and recordings from Common Voice v9 (sex-balanced, speaker-disjoint)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② Estimated each word's time boundaries via forced alignment (information Common Voice lacks)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③ Chose target words (anchors) using the 800-word vocabulary and timing-margin conditions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④ Built cue / target / masker triplets, mixed at 6 SNRs (within-item), RMS-normalized, made diotic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• Key point: I did not simply reuse the authors' data — I validated their model on an evaluation set I built myself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Corpus: Common Voice 9.0 English (the same version as the paper)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Selection: talkers with a consistent sex label and ≥2 recordings → usable pool of 18,067 talkers / 971,848 recordings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Target vocabulary: the authors' public 800 words (byte-identical to the official file); the model is an 800-class classifier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Final evaluation set: 600 valid target samples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Strictly sex-balanced: 300 male / 300 female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From 149 talkers and 347 recordings, covering 369 distinct target words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600 samples keep each of the 6 SNR estimates stable (binomial SE ≈ ±2%)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Method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Raw audio → forced alignment → text normalization → anchor selection → cut &amp; mix → model input → scoring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1. Forced alignment (MMS_FA, 16 kHz): obtain each word's time boundaries (CV has only sentence-level transcripts, no word timing)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2. Text normalization: follows the paper's convert_transcript (lowercase, strip punctuation, spell out digits)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3. Anchor (middle-word) selection: centered on the target word. Conditions = in vocabulary, word length &lt; 2 s, ≥1.25 s margin on each side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4. Cut &amp; mix: each clip 2.5 s @ 44.1 kHz (model uses the central 2 s internally); within-item remixing at 6 SNRs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SNR: -9/-6/-3/0/+3/+inf dB; masker scaled to the target's energy; +inf = no masker; RMS-normalized to 0.02; diotic (identical in both ears)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5. Inference directly with the authors' pretrained checkpoint (word_task_v10); no retraining or fine-tuning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 (cont.) Three Key Engineering Decisions — "Why I Did It This Way"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① Keep apostrophes during text normalization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The paper's public code strips apostrophes, but the 800-word vocabulary contains 16 contractions (can't/don't, ...); stripping them causes lookup failures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② Cut centered on the target word, not on the word at the recording's midpoint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Confirmed in the paper's source code: first choose the target word, then cut centered on it (not cut first, then check the midpoint word)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③ Anchor-first pairing (align first, then pair)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Align only target candidates and keep recordings that have an anchor: 600 samples from 627 recordings (96%), far above the old method's 22%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4. Result: Model 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Middle-word recognition accuracy under the clean condition (target only, no masker):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88.6%   (chance level is only 0.1% = 1/800)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The +inf condition of the full 600 samples also gives 88.0%, corroborating this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• → The model genuinely recognizes the target's middle word, far above chance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– This is the prerequisite for all subsequent trend experiments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4. Result: Fig 2b Reproduction — Same- vs Different-sex Masker</a:t>
            </a:r>
          </a:p>
        </p:txBody>
      </p:sp>
      <p:pic>
        <p:nvPicPr>
          <p:cNvPr id="3" name="Picture 2" descr="fig2b_reproduc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5315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55448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lines (same / different sex): middle-word accuracy vs SNR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Arial"/>
                <a:ea typeface="Arial"/>
                <a:cs typeface="Arial"/>
              </a:rPr>
              <a:t>Reproduced trends (consistent with the paper):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① Accuracy increases monotonically with SNR (weaker masker → higher accuracy)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② Different-sex masker is higher overall than same-sex (by 9–18 points)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③ At +inf (no masker) the two lines converge to ~88%: sex is irrelevant with no masker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&gt; same is stable: error bars do not overlap at all 5 masked SNRs (3.4–6.8σ)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Error bars = ±1 SEM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(suppl.) Audio Samples — SNR Ladder (click to play)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The same stimulus (target word "around") mixed at 6 SNRs. From -9 dB to no masker, the masker talker gradually fades and the target becomes clear.</a:t>
            </a:r>
          </a:p>
        </p:txBody>
      </p:sp>
      <p:pic>
        <p:nvPicPr>
          <p:cNvPr id="4" name="mix_-9dB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228600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-9 dB</a:t>
            </a:r>
          </a:p>
        </p:txBody>
      </p:sp>
      <p:pic>
        <p:nvPicPr>
          <p:cNvPr id="6" name="mix_-6dB.wav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22860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 dB</a:t>
            </a:r>
          </a:p>
        </p:txBody>
      </p:sp>
      <p:pic>
        <p:nvPicPr>
          <p:cNvPr id="8" name="mix_-3dB.wav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0" y="22860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 dB</a:t>
            </a:r>
          </a:p>
        </p:txBody>
      </p:sp>
      <p:pic>
        <p:nvPicPr>
          <p:cNvPr id="10" name="mix_+0dB.wav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0" y="228600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 dB</a:t>
            </a:r>
          </a:p>
        </p:txBody>
      </p:sp>
      <p:pic>
        <p:nvPicPr>
          <p:cNvPr id="12" name="mix_+3dB.wav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+3 dB</a:t>
            </a:r>
          </a:p>
        </p:txBody>
      </p:sp>
      <p:pic>
        <p:nvPicPr>
          <p:cNvPr id="14" name="mix_inf.wav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0" y="228600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+inf (no masker)</a:t>
            </a:r>
          </a:p>
        </p:txBody>
      </p:sp>
      <p:pic>
        <p:nvPicPr>
          <p:cNvPr id="16" name="cue.wav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4572000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cue</a:t>
            </a:r>
          </a:p>
        </p:txBody>
      </p:sp>
      <p:pic>
        <p:nvPicPr>
          <p:cNvPr id="18" name="target_clean.wav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4572000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only (ref.)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(suppl.) Answers to the Two Questions of This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Q①: Can the model recognize the target talker's middle word?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→ Yes. 88.6% under clean (chance 0.1%); in mixtures it works consistently, from 26% at -9 dB to 88% at +inf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Q②: Do the accuracy trends (vs SNR, masker sex) match the paper?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→ Yes. Accuracy rises with SNR (monotonic); different-sex &gt; same-sex (non-overlapping error bars at every SNR); converges with no masker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• Both answers are affirmative → the behavioral trends match the paper's direction; the reproduction succeeded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5. Key Judgments and Honest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Strictly followed the paper: 800-word vocabulary, alignment approach, target-centered cutting, 6 SNRs, within-item, scoring rule, authors' parameters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Adjustments made for practical reasons (the scientific setup is unchanged):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Keeping apostrophes (for contraction lookup) / anchor-first pairing (efficiency) / running on an M1 CPU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Current scope and limits: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Scope is single-talker speech maskers, diotic (non-spatial). Other masker types, harmonicity, and spatial experiments are not done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600 samples; one scan on CPU takes ~6.5 h. Can be scaled up on the hakusan GPU later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C0392B"/>
                </a:solidFill>
                <a:latin typeface="Arial"/>
                <a:ea typeface="Arial"/>
                <a:cs typeface="Arial"/>
              </a:rPr>
              <a:t>– Numbers differing from the paper is expected: corpus / talkers / words differ; we judge only the trend direction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Purpose: using the authors' pretrained model and my own CV evaluation set, test whether Fig 2b's behavioral trend can be reproduced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Arial"/>
                <a:ea typeface="Arial"/>
                <a:cs typeface="Arial"/>
              </a:rPr>
              <a:t>• Method: forced alignment → target-centered cutting → mixing at 6 SNRs → inference with the authors' checkpoint (600 samples, sex-balanced)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Results: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① Model validity confirmed: clean accuracy 88.6% ≫ chance 0.1%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② Fig 2b trend reproduced: accuracy↑ with SNR, different-sex &gt; same-sex, convergence with no masker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• Conclusion: the trend direction matches the paper → reproduction succeeded (a trend reproduction, not a re-verification of the paper's truth)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Next steps: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C0392B"/>
                </a:solidFill>
                <a:latin typeface="Arial"/>
                <a:ea typeface="Arial"/>
                <a:cs typeface="Arial"/>
              </a:rPr>
              <a:t>– ① Next time, train the model from scratch instead of using the pretrained checkpoint, and test whether the same effect (trend) is reproduced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② Scale up on the hakusan GPU (more samples; add panels such as Fig 2c / 2d / 2e)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③ Make maskers symmetric to bring the absolute confusion rate closer to the paper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Arial"/>
                <a:ea typeface="Arial"/>
                <a:cs typeface="Arial"/>
              </a:rPr>
              <a:t>– ④ (Extension) Move toward validating own extensions such as the developmental parameter 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