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audio/wav"/>
  <Override PartName="/ppt/media/media2.wav" ContentType="audio/wav"/>
  <Override PartName="/ppt/media/media3.wav" ContentType="audio/wav"/>
  <Override PartName="/ppt/media/media4.wav" ContentType="audio/wav"/>
  <Override PartName="/ppt/media/media5.wav" ContentType="audio/wav"/>
  <Override PartName="/ppt/media/media6.wav" ContentType="audio/wav"/>
  <Override PartName="/ppt/media/media7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wav"/><Relationship Id="rId3" Type="http://schemas.openxmlformats.org/officeDocument/2006/relationships/video" Target="../media/media1.wav"/><Relationship Id="rId4" Type="http://schemas.openxmlformats.org/officeDocument/2006/relationships/image" Target="../media/image2.png"/><Relationship Id="rId5" Type="http://schemas.microsoft.com/office/2007/relationships/media" Target="../media/media2.wav"/><Relationship Id="rId6" Type="http://schemas.openxmlformats.org/officeDocument/2006/relationships/video" Target="../media/media2.wav"/><Relationship Id="rId7" Type="http://schemas.microsoft.com/office/2007/relationships/media" Target="../media/media3.wav"/><Relationship Id="rId8" Type="http://schemas.openxmlformats.org/officeDocument/2006/relationships/video" Target="../media/media3.wav"/><Relationship Id="rId9" Type="http://schemas.microsoft.com/office/2007/relationships/media" Target="../media/media4.wav"/><Relationship Id="rId10" Type="http://schemas.openxmlformats.org/officeDocument/2006/relationships/video" Target="../media/media4.wav"/><Relationship Id="rId11" Type="http://schemas.microsoft.com/office/2007/relationships/media" Target="../media/media5.wav"/><Relationship Id="rId12" Type="http://schemas.openxmlformats.org/officeDocument/2006/relationships/video" Target="../media/media5.wav"/><Relationship Id="rId13" Type="http://schemas.microsoft.com/office/2007/relationships/media" Target="../media/media6.wav"/><Relationship Id="rId14" Type="http://schemas.openxmlformats.org/officeDocument/2006/relationships/video" Target="../media/media6.wav"/><Relationship Id="rId15" Type="http://schemas.microsoft.com/office/2007/relationships/media" Target="../media/media7.wav"/><Relationship Id="rId16" Type="http://schemas.openxmlformats.org/officeDocument/2006/relationships/video" Target="../media/media7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选择性听觉注意力模型 —— 行为趋势复现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复现论文: Griffith, Hess &amp; McDermott (2026), Nature Human Behaviour</a:t>
            </a:r>
          </a:p>
          <a:p>
            <a:r>
              <a:rPr sz="16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"Optimized feature gains explain and predict human selective listening"</a:t>
            </a:r>
          </a:p>
          <a:p>
            <a:r>
              <a:rPr sz="16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汇报人: [你的名字]      日期: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本次发表的目的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报告: 用论文(Griffith et al. 2026)作者的预训练模型, 在自建 Common Voice 评测集上,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能否复现其行为趋势(Fig 2b: 准确率随信噪比、干扰说话人性别的变化)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两个核心问题: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① 模型是否真能识别混音中目标说话人的中间词?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② 准确率对信噪比、异性/同性干扰的依赖趋势, 是否与论文方向一致?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• 本次定位: 不训练模型, 用作者参数做验证实验; 评的是趋势方向, 不追求数值一致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本次实验成功的意义: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说明作者模型能泛化到未见过的语料(Common Voice) —— 模型稳健性/一般性的旁证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确认自建评测管线正确可用 —— 成为后续扩展(其他条件、自有研究)的基础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论文主要行为学结论被独立复现, 提升结论可信度(追试价值)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一、研究背景与复现目标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论文: 一个带"特征增益"注意力机制的神经网络, 模拟人类"鸡尾酒会"听觉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给模型一段目标说话人语音(cue) + 一段"目标+干扰"混音 → 报出混音中目标说话人的中间词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模型据 cue 放大目标音色对应的特征、压制其余, 把目标从混音里分出来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论文 Figure 2 用行为曲线展示识别成败的规律(信噪比↑越准; 异性干扰比同性易分离等)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我的复现目标(验证性任务):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① 验证模型有效性: 用作者预训练模型, 在自建评测语料上确认能识别目标中间词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② 复现 Fig 2b 趋势: 同性/异性干扰下, 准确率随信噪比的变化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– 判据: 趋势方向与论文一致即成功, 不追求数值复刻(语料/说话人不同)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一(补)、与作者做法的异同 —— 我做了什么、怎么做的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与作者相同(直接沿用):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模型与预训练参数 / 任务定义(cue+混音→中间词) / 评测框架(SNR、同性/异性) / 评分口径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与作者不同 = 我独立完成的工作: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– 作者的输入数据(训练/评测刺激音频)未公开 → 必须从零自建评测集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① 从 Common Voice v9 筛选说话人与录音(性别均衡、说话人分离)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② 用强制对齐估计每个词的时间边界(CV 没有这个信息)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③ 按 800 词表 + 时间余量条件选定目标词(锚点)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④ 构造 cue/目标/干扰三元组, 6档SNR混音(within-item)、RMS归一、diotic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• 要点: 不是"直接跑作者的数据", 而是"用自建评测集去验证作者的模型"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二、数据准备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语料: Common Voice 9.0 英语(与论文同版本)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筛选: 有性别标注、标注一致、名下≥2条录音 → 可用池 18,067人 / 971,848条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目标词表: 作者公开的 800 词(字节级等同官方); 模型是 800 类分类器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最终评测集: 600 个有效 target 样本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性别精确平衡: 男 300 / 女 300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来自 149 个说话人、347 条录音, 覆盖 369 个不同目标词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600 样本足以让 6 档信噪比每档估计稳定(二项标准误约 ±2%)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三、方法管线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原始录音 → 强制对齐 → 文本规范化 → 锚点判定 → 切片+混音 → 喂模型 → 评分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1. 强制对齐(MMS_FA, 16kHz): 拿到每个词的起止时间(CV 只给整句, 无词级时间戳)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2. 文本规范化: 复刻论文 convert_transcript(小写/去标点/数字转词)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3. 锚点(中间词)判定: 以目标词为中心。条件=∈词表 &amp; 词长&lt;2s &amp; 前后各留≥1.25s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4. 切片+混音: 每样本切 2.5s@44.1kHz(内部取中间2s); within-item 6档SNR重混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SNR: -9/-6/-3/0/+3/+inf dB; 按目标能量缩放干扰; +inf=无干扰; RMS归一0.02; diotic双耳同音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5. 加载作者预训练 checkpoint(word_task_v10) 直接推理, 不训练、不微调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三(续)、三个关键工程决策 —— "为什么这么做"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① 文本规范化时保留撇号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论文公开代码删撇号, 但 800 词表有 16 个带撇号缩写(can't/don't...); 删了会漏掉、对不上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② 以"目标词为中心"切片, 而非取录音中点的词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读论文源码确认: 先选目标词、再以它为中心切片(不是先切片再看中点压到哪个词)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③ 锚点优先配对(先对齐后配对)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只对齐目标候选、留有锚点的录音当 target: 627条录音产出600样本(96%), 远高于旧法22%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四、结果(1): 模型有效性验证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clean 条件(纯目标、无干扰)下的中间词识别准确率: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88.6%   (随机基线仅 0.1% = 1/800)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完整 600 样本的 +inf 档也得到 88.0%, 互相印证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• → 模型确实能从语音中识别目标中间词, 远高于随机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– 这是后续所有趋势实验的前提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四、结果(2): Fig 2b 复现 —— 同性 vs 异性干扰</a:t>
            </a:r>
          </a:p>
        </p:txBody>
      </p:sp>
      <p:pic>
        <p:nvPicPr>
          <p:cNvPr id="3" name="Picture 2" descr="fig2b_reproduct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5315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76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同性/异性两条线: 中间词识别准确率 vs 信噪比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复现的趋势(与论文一致):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① 准确率随信噪比单调上升(干扰越弱越准)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② 异性干扰整体高于同性(高9~18个百分点)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③ +inf(无干扰)两线收敛到~88%: 无干扰时性别不起作用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异性&gt;同性差异稳定: 5个有干扰档误差棒全不重叠(3.4~6.8σ)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误差棒 = ±1 SEM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四(补): 音频示例 —— SNR 阶梯(点击播放)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同一段刺激(目标词 around)在 6 档 SNR 下的混音: 从 -9dB 到无干扰, 干扰说话人逐渐消失、目标越来越清楚</a:t>
            </a:r>
          </a:p>
        </p:txBody>
      </p:sp>
      <p:pic>
        <p:nvPicPr>
          <p:cNvPr id="4" name="mix_-9dB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228600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-9 dB</a:t>
            </a:r>
          </a:p>
        </p:txBody>
      </p:sp>
      <p:pic>
        <p:nvPicPr>
          <p:cNvPr id="6" name="mix_-6dB.wav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22860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-6 dB</a:t>
            </a:r>
          </a:p>
        </p:txBody>
      </p:sp>
      <p:pic>
        <p:nvPicPr>
          <p:cNvPr id="8" name="mix_-3dB.wav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0" y="228600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-3 dB</a:t>
            </a:r>
          </a:p>
        </p:txBody>
      </p:sp>
      <p:pic>
        <p:nvPicPr>
          <p:cNvPr id="10" name="mix_+0dB.wav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0" y="228600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 dB</a:t>
            </a:r>
          </a:p>
        </p:txBody>
      </p:sp>
      <p:pic>
        <p:nvPicPr>
          <p:cNvPr id="12" name="mix_+3dB.wav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+3 dB</a:t>
            </a:r>
          </a:p>
        </p:txBody>
      </p:sp>
      <p:pic>
        <p:nvPicPr>
          <p:cNvPr id="14" name="mix_inf.wav">
            <a:hlinkClick r:id="" action="ppaction://media"/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58400" y="228600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+inf(无干扰)</a:t>
            </a:r>
          </a:p>
        </p:txBody>
      </p:sp>
      <p:pic>
        <p:nvPicPr>
          <p:cNvPr id="16" name="cue.wav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4572000"/>
            <a:ext cx="91440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cue(提示音)</a:t>
            </a:r>
          </a:p>
        </p:txBody>
      </p:sp>
      <p:pic>
        <p:nvPicPr>
          <p:cNvPr id="18" name="target_clean.wav">
            <a:hlinkClick r:id="" action="ppaction://media"/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4572000"/>
            <a:ext cx="914400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纯目标(参照)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四(补)、对本次两个问题的回答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问题①: 模型能识别混音中目标说话人的中间词吗?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→ 能。clean 条件 88.6%(随机 0.1%); 混音下从 -9dB 的 26% 到 +inf 的 88%, 始终有效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问题②: 准确率对 SNR、干扰说话人性别的依赖趋势与论文一致吗?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→ 一致。SNR↑准确率↑(单调); 异性&gt;同性(各档误差棒不重叠); 无干扰时收敛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• 两个问题都为肯定 → 行为趋势方向与论文一致, 复现成功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五、关键判断与诚实说明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严格复刻论文: 800词表、对齐思路、目标词中心切片、6档SNR、within-item、评分口径、直接用作者参数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我因实际情况做的调整(不改变科学设定):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保留撇号(否则缩写词对不上词表) / 锚点优先配对(效率) / 在 M1 CPU 上运行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当前范围与局限: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范围为单人语音干扰、diotic(非空间); 未做其他干扰类型、harmonicity、空间实验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样本量600、CPU单次扫描约6.5h; 后续可上 hakusan GPU 扩展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– 数值不与论文相同属预期: 语料/说话人/词都不同, 判的是趋势方向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六、结论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用作者公开的预训练模型, 在自建 Common Voice 评测集(600样本, 性别平衡)上: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① 模型有效性确认: clean 准确率 88.6%, 远高于随机 0.1%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② Fig 2b 行为趋势成功复现(方向一致):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准确率随SNR单调上升; 异性干扰优于同性; 无干扰时收敛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• 我们完成的是"趋势复现", 而非对论文科学结论真伪的再验证; 数值不追求与论文相同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七、后续工作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上 hakusan GPU: 推理快几十倍, 可扩大样本量、补做其他面板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扩展面板: Fig 2c(普通话干扰)、Fig 2d/2e(混淆分析, 大部分可复用现有数据后处理)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• (可选) 其他干扰类型/空间实验: 需额外资源(AudioSet/HRTF), 超出当前范围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总结 (まとめ)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目的: 用作者预训练模型 + 自建 CV 评测集, 检验能否复现 Fig 2b 行为趋势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PingFang SC"/>
                <a:ea typeface="PingFang SC"/>
                <a:cs typeface="PingFang SC"/>
              </a:rPr>
              <a:t>• 方法: 强制对齐 → 以目标词为中心切片 → 6档SNR混音 → 作者checkpoint推理(600样本, 性别平衡)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结果: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① 模型有效性确认: clean 准确率 88.6% ≫ 随机 0.1%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② Fig 2b 趋势复现: 信噪比↑准确率↑; 异性干扰 &gt; 同性; 无干扰时收敛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• 结论: 趋势方向与论文一致 → 复现成功(趋势复现, 非论文真伪验证)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下一步: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① 上 hakusan GPU 大规模化(增样本, 补 Fig 2c/2d/2e 等面板)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② 干扰改对称构造, 使混淆(confusion)绝对量接近论文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PingFang SC"/>
                <a:ea typeface="PingFang SC"/>
                <a:cs typeface="PingFang SC"/>
              </a:rPr>
              <a:t>– ③ (发展) 验证发达参数α等自有扩展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