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Segoe UI"/>
              </a:rPr>
              <a:t>How many talkers, not how loud:</a:t>
            </a:r>
          </a:p>
          <a:p>
            <a:pPr>
              <a:spcBef>
                <a:spcPts val="600"/>
              </a:spcBef>
            </a:pPr>
            <a:r>
              <a:rPr sz="2600" b="1" i="0">
                <a:solidFill>
                  <a:srgbClr val="0072B2"/>
                </a:solidFill>
                <a:latin typeface="Segoe UI"/>
              </a:rPr>
              <a:t>a multi-talker masking panel in a feature-gain attention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66666"/>
                </a:solidFill>
                <a:latin typeface="Segoe UI"/>
              </a:rPr>
              <a:t>Lab meeting · model reproduction of Griffith, Hess &amp; McDermott (2026, Nat. Hum. Behav.)</a:t>
            </a:r>
          </a:p>
          <a:p>
            <a:r>
              <a:rPr sz="1500" b="0" i="0">
                <a:solidFill>
                  <a:srgbClr val="666666"/>
                </a:solidFill>
                <a:latin typeface="Segoe UI"/>
              </a:rPr>
              <a:t>Selective-listening model · 600 targets × 7 conditions × 5 SNRs · RTX 3070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BACKGROUND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A model of selective listening via feature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Question: can a trained neural model reproduce the successes AND failures of human selective listening?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The model listens to two 2-s sounds: a CUE (a sample of the target voice) and a MIXTURE (target + distractors).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It must report the target speaker's middle word (800-word vocabulary).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Mechanism — feature gain: the cue computes per-feature gains  g = θ1 + (1-θ1)·σ(θ2·(m_cue - θ3)),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applied element-wise to the mixture features — passing cue-strong features, suppressing cue-weak ones.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θ are learned and FROZEN. We only run inference — no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TASK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The word-recognition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CUE: 2 s of the target talker (says: attend to THIS voice).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MIXTURE: target talker + N distractor talkers, diotic (no spatial cues).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Output: one of 800 words = the target's middle word.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Scoring: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is_exact  — predicted word == target's anchor word  (accuracy).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conf_anchor / conf_sent  — predicted a distractor's word  (confusion; conf_sent = paper's Fig 2e criterion).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All stimuli RMS-normalised to the training input level (0.02).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CONTEXT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Starting point: single-distractor results already reproduced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Fig 2a  — accuracy rises monotonically with SNR (same-sex single distractor):  26 → 88 %.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Fig 2b  — different-sex distractor is easier than same-sex, at every SNR.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Fig 2e  — confusions rise as SNR falls; higher for same-sex.  Direction correct, but magnitude 4–5× below paper.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Root cause of the 2e gap (diagnosed): old distractors were random → their middle word usually out-of-vocabulary,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so the model could not output it even when it 'heard' it.  → fixed here with an anchored distractor pool.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This talk: add a NEW variable on top — the NUMBER of distractor talkers.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THE QUESTION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This study: does talker NUMBER matter, at fixed masker energy?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Human hearing: more competing talkers → harder, even when total masker energy is held constant.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That extra difficulty is INFORMATION masking (more confusable voices), not ENERGY masking (louder).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Prediction to test in the model:</a:t>
            </a:r>
          </a:p>
          <a:p>
            <a:pPr lvl="1">
              <a:spcAft>
                <a:spcPts val="1000"/>
              </a:spcAft>
            </a:pPr>
            <a:r>
              <a:rPr sz="19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66666"/>
                </a:solidFill>
                <a:latin typeface="Segoe UI"/>
              </a:rPr>
              <a:t>accuracy:   1 talker  &gt;  2  &gt;  4  ≳  8-talker babble   at every SNR.</a:t>
            </a:r>
          </a:p>
          <a:p>
            <a:pPr lvl="1">
              <a:spcAft>
                <a:spcPts val="1000"/>
              </a:spcAft>
            </a:pPr>
            <a:r>
              <a:rPr sz="19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66666"/>
                </a:solidFill>
                <a:latin typeface="Segoe UI"/>
              </a:rPr>
              <a:t>no_distractor stays high (≈ 88 %).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Design principle throughout: hold total masker energy fixed so only 'how many voices' varies.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DESIGN 1/3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Design: conditions &amp; nested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Conditions: no_distractor / 1 / 2 / 4 / 8-talker babble  +  ISSN control.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SNR: -9, -6, -3, 0, +3 dB for masker conditions;  no_distractor is a single +∞ point.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Within-item: the SAME 600 targets are re-mixed in every condition × SNR → differences come from the condition, not the sample.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Nested sampling: each target draws a fixed set d1…d8; 2-talker = d1,d2; 4-talker = d1..d4; babble = d1..d8.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→ '2-talker' is literally '1-talker plus one more person'. The only thing that changes is the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DESIGN 2/3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Design: target-to-total-masker SNR isolates the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Each distractor is RMS-aligned, then SUMMED into one total masker.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The whole masker is scaled so 10·log10(P_target / P_masker) = SNR;  mixture = target + masker.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→ 1 / 2 / 4-talker have IDENTICAL total masker energy at a given SNR.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So any accuracy difference between them CANNOT be loudness — it is 'more confusable voices'.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Verified line-by-line against the authors' code (per-distractor align → sum → scale). Matches.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N=1 reduces exactly to the already-reproduced single-distractor case → built-in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DESIGN 3/3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Two safeguards added before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Gender balancing (fixed a real confound):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random draws made P(≥1 same-sex distractor) climb with N (50% → 99.6%). Sex is a large effect →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would masquerade as a talker-number effect. Fix: alternate d1..d8 by sex → same-sex count exactly 0.5/1/2/4.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Verified across all 600 targets: zero jitter, nesting intact, no self / duplicate speakers.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1-talker split into one_same / one_diff (can't be 50/50) — also gives free Fig 2a / 2b anchors.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ISSN control condition: spectrally-matched stationary noise — GAPLESS and CONTENTLESS —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separates information masking from 'glimpsing' into masker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METHODS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Methods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Evaluation stimuli: 600 target items + anchored distractor pool (1200 recordings / 1200 speakers, sex-balanced).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7 conditions × 5 SNRs (+1 no_distractor) × 600 targets = 18,600 forward passes.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Frozen author checkpoint; inference only; cochleagram front-end + feature-gain CNN.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Hardware: RTX 3070 Laptop (CUDA) — full run ≈ 40 min; 0 items skipped.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Corpus note: stimuli cut from Common Voice (see Limitations).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RESULTS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Result 1 — talker number matters, at matched energy</a:t>
            </a:r>
          </a:p>
        </p:txBody>
      </p:sp>
      <p:pic>
        <p:nvPicPr>
          <p:cNvPr id="4" name="Picture 3" descr="fig1_talker_nu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48755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73736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1 &gt; 2 &gt; 4 ≳ babble at every SNR (4 ≈ babble only at 0 dB — the '≳').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Every curve rises with SNR.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no_distractor = 88 % (dashed) — matches the prior anchor exactly.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Same total energy across 1/2/4 → difference is the number of voices.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RESULTS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Result 2 — evidence for information masking (ISSN)</a:t>
            </a:r>
          </a:p>
        </p:txBody>
      </p:sp>
      <p:pic>
        <p:nvPicPr>
          <p:cNvPr id="4" name="Picture 3" descr="fig2_issn_information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14020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6916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4-talker &amp; babble are HARDER than ISSN at every SNR,</a:t>
            </a:r>
          </a:p>
          <a:p>
            <a:pPr lvl="1">
              <a:spcAft>
                <a:spcPts val="900"/>
              </a:spcAft>
            </a:pPr>
            <a:r>
              <a:rPr sz="16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66666"/>
                </a:solidFill>
                <a:latin typeface="Segoe UI"/>
              </a:rPr>
              <a:t>even though ISSN is gapless and speech has gaps.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If glimpsing drove it, speech would be EASIER than noise — it isn't.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→ positive evidence for information masking, not explained by gaps.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1-talker crosses ISSN (easier at low SNR): glimpsing dominates with a single sparse talker.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RESULTS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Result 3 — confusions, and one surprise</a:t>
            </a:r>
          </a:p>
        </p:txBody>
      </p:sp>
      <p:pic>
        <p:nvPicPr>
          <p:cNvPr id="4" name="Picture 3" descr="fig3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979859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6916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As expected: confusions rise as SNR falls;</a:t>
            </a:r>
          </a:p>
          <a:p>
            <a:pPr lvl="1">
              <a:spcAft>
                <a:spcPts val="900"/>
              </a:spcAft>
            </a:pPr>
            <a:r>
              <a:rPr sz="16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66666"/>
                </a:solidFill>
                <a:latin typeface="Segoe UI"/>
              </a:rPr>
              <a:t>same-sex single talker highest (28 % at -9 dB) ≫ diff-sex (7 %).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Anchored pool raised confusion far above the old 4–5×-underestimate.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SURPRISE: confusion FALLS as talkers are added (opposite to our pre-registered criterion).</a:t>
            </a:r>
          </a:p>
          <a:p>
            <a:pPr lvl="1">
              <a:spcAft>
                <a:spcPts val="900"/>
              </a:spcAft>
            </a:pPr>
            <a:r>
              <a:rPr sz="16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66666"/>
                </a:solidFill>
                <a:latin typeface="Segoe UI"/>
              </a:rPr>
              <a:t>Sensible: fixed energy split over more voices → no single word is clearly heard.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VALIDATION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Self-consistency checks</a:t>
            </a:r>
          </a:p>
        </p:txBody>
      </p:sp>
      <p:pic>
        <p:nvPicPr>
          <p:cNvPr id="4" name="Picture 3" descr="fig4_self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979859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7830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no_distractor = 88.0 % — matches the +∞ anchor exactly.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one_same / one_diff track the prior single-distractor curves,</a:t>
            </a:r>
          </a:p>
          <a:p>
            <a:pPr lvl="1">
              <a:spcAft>
                <a:spcPts val="1200"/>
              </a:spcAft>
            </a:pPr>
            <a:r>
              <a:rPr sz="17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500" b="0" i="0">
                <a:solidFill>
                  <a:srgbClr val="666666"/>
                </a:solidFill>
                <a:latin typeface="Segoe UI"/>
              </a:rPr>
              <a:t>2–6 points lower (expected: different, anchored distractor pool).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A1A1A"/>
                </a:solidFill>
                <a:latin typeface="Segoe UI"/>
              </a:rPr>
              <a:t>Direction and shape reproduce → the GPU pipeline is trustworthy.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LIMITATIONS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Limitations — honest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Corpus mismatch (CV ≠ SWC):</a:t>
            </a:r>
          </a:p>
          <a:p>
            <a:pPr lvl="1">
              <a:spcAft>
                <a:spcPts val="800"/>
              </a:spcAft>
            </a:pPr>
            <a:r>
              <a:rPr sz="16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66666"/>
                </a:solidFill>
                <a:latin typeface="Segoe UI"/>
              </a:rPr>
              <a:t>our eval stimuli are Common Voice; the paper's Experiment 1 uses Spoken Wikipedia (SWC).</a:t>
            </a:r>
          </a:p>
          <a:p>
            <a:pPr lvl="1">
              <a:spcAft>
                <a:spcPts val="800"/>
              </a:spcAft>
            </a:pPr>
            <a:r>
              <a:rPr sz="16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66666"/>
                </a:solidFill>
                <a:latin typeface="Segoe UI"/>
              </a:rPr>
              <a:t>Different pause habits → different silence ratio → shifts effective vs nominal SNR (x-axis calibration).</a:t>
            </a:r>
          </a:p>
          <a:p>
            <a:pPr lvl="1">
              <a:spcAft>
                <a:spcPts val="800"/>
              </a:spcAft>
            </a:pPr>
            <a:r>
              <a:rPr sz="16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66666"/>
                </a:solidFill>
                <a:latin typeface="Segoe UI"/>
              </a:rPr>
              <a:t>CV is also the model's TRAINING corpus → we test in-domain; the paper tests cross-corpus generalisation.</a:t>
            </a:r>
          </a:p>
          <a:p>
            <a:pPr lvl="1">
              <a:spcAft>
                <a:spcPts val="800"/>
              </a:spcAft>
            </a:pPr>
            <a:r>
              <a:rPr sz="16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66666"/>
                </a:solidFill>
                <a:latin typeface="Segoe UI"/>
              </a:rPr>
              <a:t>→ within-panel talker-number trend is unaffected; absolute magnitudes / direct Fig 2e comparison are not.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Confusion vs talker number came out opposite to the stated criterion (reported above, not hidden).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A1A1A"/>
                </a:solidFill>
                <a:latin typeface="Segoe UI"/>
              </a:rPr>
              <a:t>babble = 8 talkers summed online (paper uses pre-made files) — a deliberate, nesting-preserving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OUTLOOK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Quantify the corpus effect: measure silence ratio + effective SNR on our CV stimuli (CPU-only) —</a:t>
            </a:r>
          </a:p>
          <a:p>
            <a:pPr lvl="1">
              <a:spcAft>
                <a:spcPts val="1000"/>
              </a:spcAft>
            </a:pPr>
            <a:r>
              <a:rPr sz="1800" b="1" i="0">
                <a:solidFill>
                  <a:srgbClr val="666666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66666"/>
                </a:solidFill>
                <a:latin typeface="Segoe UI"/>
              </a:rPr>
              <a:t>turns 'how much of the gap is x-axis miscalibration' into a number.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Consider rebuilding the eval set from SWC (Feather et al. filtering) for a faithful magnitude comparison.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Statistics: mixed-effects model of accuracy with effective SNR as covariate → isolate residual information masking.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A1A1A"/>
                </a:solidFill>
                <a:latin typeface="Segoe UI"/>
              </a:rPr>
              <a:t>Report confusion-direction result as a genuine model prediction to check against human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72B2"/>
                </a:solidFill>
                <a:latin typeface="Segoe UI"/>
              </a:rPr>
              <a:t>SUMMARY</a:t>
            </a:r>
          </a:p>
          <a:p>
            <a:r>
              <a:rPr sz="2700" b="1" i="0">
                <a:solidFill>
                  <a:srgbClr val="1A1A1A"/>
                </a:solidFill>
                <a:latin typeface="Segoe UI"/>
              </a:rPr>
              <a:t>Take-homes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The model shows a clean talker-number effect at fixed masker energy: 1 &gt; 2 &gt; 4 ≳ babble.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The ISSN control gives positive evidence for information masking — not explained by glimpsing.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Self-consistency holds (no_distractor 88 %; N=1 reproduces prior curves).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Two honest caveats: CV≠SWC corpus mismatch (magnitude/x-axis), and confusion falls with talker number.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072B2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Segoe UI"/>
              </a:rPr>
              <a:t>Pipeline is validated and fast (40 min / full run) — ready for the corpus-quantification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